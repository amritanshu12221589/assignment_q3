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9C-470A-90BC-124B2D4CA2BB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9C-470A-90BC-124B2D4CA2BB}"/>
              </c:ext>
            </c:extLst>
          </c:dPt>
          <c:dPt>
            <c:idx val="2"/>
            <c:invertIfNegative val="0"/>
            <c:bubble3D val="0"/>
            <c:spPr>
              <a:solidFill>
                <a:srgbClr val="117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9C-470A-90BC-124B2D4CA2BB}"/>
              </c:ext>
            </c:extLst>
          </c:dPt>
          <c:dPt>
            <c:idx val="3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9C-470A-90BC-124B2D4CA2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MCQ-1
SQL</c:v>
                </c:pt>
                <c:pt idx="1">
                  <c:v>MCQ-2
PL/SQL+OCI</c:v>
                </c:pt>
                <c:pt idx="2">
                  <c:v>MCQ-3
APEX</c:v>
                </c:pt>
                <c:pt idx="3">
                  <c:v>HON
Practical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66.66</c:v>
                </c:pt>
                <c:pt idx="2">
                  <c:v>87.5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9C-470A-90BC-124B2D4CA2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C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40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Training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PL/SQL &amp; Oracle APEX Cloud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Programming and Low-Code Application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2514600"/>
            <a:ext cx="3657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Ahmad Raja</a:t>
            </a:r>
            <a:r>
              <a:rPr lang="en-US" sz="13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Reg. No.: 12221124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  |  Lovely Professional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Mentor: </a:t>
            </a: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Duration: February 2026 – May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2062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CSE – LPU PHAGWARA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Accenture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0642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51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 as Andersen Consulting; renamed Accenture in 2001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453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Stock Exchange (NYSE), 2001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9397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39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countries, 40+ industries, 800,000+ employees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532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Centers: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Hyderabad, Pune, Chennai, Mumbai, Gurugram, Noida, Kolkata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8152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2666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Transformation, Cloud, AI, Cybersecurity, Consulting, Engineering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0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</a:t>
            </a:r>
            <a:r>
              <a:rPr lang="en-US" sz="13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 on the promise of technology and human ingenuity"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A1F3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157276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15361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Value Creation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197510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Network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45059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241401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the Individual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88950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28529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People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3291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76732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37307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61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 &amp; SQL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270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relational DB design, SQL queries, DML/DDL, constraints, views, sequences, indexes and access management.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61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PL/SQL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5270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control flow, cursors, collections, exception handling, stored procedures, functions, packages and triggers.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81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Cloud (OCI)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networking, storage, identity management, DB services and hybrid cloud concepts on Oracle Cloud Infrastructure.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81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APEX Development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4472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web apps: forms, interactive reports, grids, dashboards, validations, dynamic actions, PWA and workflow automation.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February 2026 – May 2026  |  Accenture Learning Program  |  Oracle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Curriculum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– Oracle SQL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67335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1848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22199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671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Aggregates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77063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157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Subqueries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31927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2644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DML, DDL, Constraints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86791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81304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Sequences, Indexes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960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– PL/SQL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1481328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78608" y="1673352"/>
            <a:ext cx="128016" cy="128016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2770632" y="161848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Control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2221992"/>
            <a:ext cx="128016" cy="128016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2770632" y="21671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Cursors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78608" y="2770632"/>
            <a:ext cx="128016" cy="128016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2770632" y="27157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78608" y="3319272"/>
            <a:ext cx="128016" cy="128016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2770632" y="32644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&amp; Functions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78608" y="3867912"/>
            <a:ext cx="128016" cy="128016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2770632" y="381304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Triggers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960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– OCI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17720" y="1481328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27448" y="1673352"/>
            <a:ext cx="128016" cy="128016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161848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27448" y="2221992"/>
            <a:ext cx="128016" cy="128016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21671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Networking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27448" y="2770632"/>
            <a:ext cx="128016" cy="128016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27157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27448" y="3319272"/>
            <a:ext cx="128016" cy="128016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32644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27448" y="3867912"/>
            <a:ext cx="128016" cy="128016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381304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Monitoring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960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– Oracle APEX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766560" y="1481328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76288" y="1673352"/>
            <a:ext cx="128016" cy="128016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47" name="Text 45"/>
          <p:cNvSpPr/>
          <p:nvPr/>
        </p:nvSpPr>
        <p:spPr>
          <a:xfrm>
            <a:off x="7068312" y="161848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&amp; SQL Workshop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76288" y="2221992"/>
            <a:ext cx="128016" cy="128016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49" name="Text 47"/>
          <p:cNvSpPr/>
          <p:nvPr/>
        </p:nvSpPr>
        <p:spPr>
          <a:xfrm>
            <a:off x="7068312" y="21671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Classic Reports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76288" y="2770632"/>
            <a:ext cx="128016" cy="128016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51" name="Text 49"/>
          <p:cNvSpPr/>
          <p:nvPr/>
        </p:nvSpPr>
        <p:spPr>
          <a:xfrm>
            <a:off x="7068312" y="27157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&amp; Grids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76288" y="3319272"/>
            <a:ext cx="128016" cy="128016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53" name="Text 51"/>
          <p:cNvSpPr/>
          <p:nvPr/>
        </p:nvSpPr>
        <p:spPr>
          <a:xfrm>
            <a:off x="7068312" y="32644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Actions &amp; PWA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76288" y="3867912"/>
            <a:ext cx="128016" cy="128016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55" name="Text 53"/>
          <p:cNvSpPr/>
          <p:nvPr/>
        </p:nvSpPr>
        <p:spPr>
          <a:xfrm>
            <a:off x="7068312" y="381304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 19c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Management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24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3898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 &amp; Manipulation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24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PL/SQL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898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Database Programming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8600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117A6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042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APEX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6700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Web Application Development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286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28600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5B2C8D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3042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Cloud (OCI)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6700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Platform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28600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7D3C9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3042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Workshop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6700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Object Management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661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1F618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84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Reports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950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Reporting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356616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32952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5661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148F77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584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Actions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950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 Management System — Oracle APEX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0759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Report – Employee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819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– Customer Sales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93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Grid – Product Inventory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6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Grid – CRUD Operations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243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Form with Validations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Region – KPI Business Metrics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 (Customers, Sales, Stock)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667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Bar Chart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142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Access Control Module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616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Page Designer Workflows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114300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A1F3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169164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655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130552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093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+ PL/SQL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569464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532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(Frontend)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008376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(OCI)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447288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Workshop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388620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849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&amp; Dashboard Regions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737360" cy="36576"/>
          </a:xfrm>
          <a:prstGeom prst="rect">
            <a:avLst/>
          </a:prstGeom>
          <a:solidFill>
            <a:srgbClr val="E8A020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365760" y="9144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32952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950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MCQ-1 — SQL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12252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100584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16916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32952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728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MCQ-2 — PL/SQL &amp; OCI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0025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66.66%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1783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246888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32952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2505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MCQ-3 — Oracle APEX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27797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98080" y="2560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60720" y="324612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32952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97880" y="3282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 — Practical Dev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35570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70/100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98080" y="33375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0" y="3337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40233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32952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9788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Assessment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97880" y="4334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498080" y="41148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0" y="4114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Acquired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46304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325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&amp; PL/SQL Programming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733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Low-Code Development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02082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 &amp; OCI Fundamentals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36829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DQL, Joins &amp; Subqueries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71576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Procedures, Functions, Packages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0632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Cursors &amp; Exception Handling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4107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Reports, Grids &amp; Forms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75818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Data Visualization (Charts)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1056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&amp; Access Control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51713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44531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&amp; Database Design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0" y="868680"/>
            <a:ext cx="2926080" cy="3931920"/>
          </a:xfrm>
          <a:prstGeom prst="roundRect">
            <a:avLst>
              <a:gd name="adj" fmla="val 3750"/>
            </a:avLst>
          </a:prstGeom>
          <a:solidFill>
            <a:srgbClr val="1A1F3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9875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1545336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4813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Logical Thinking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929384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865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313432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2697480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633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3081528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017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to New Technologies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3465576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Ability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3849624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785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4233672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169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Problem-Solving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University Learning Completions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2004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32952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9728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72768" y="103327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 19c: SQL Workshop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72768" y="1325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Joins, Subqueries, DML, DDL, Constraints, 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32952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11096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1109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18470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 19c: PL/SQL Workshop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72768" y="21396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Cursors, Procedures, Functions, Packages, Triggers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32952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724912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2491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72768" y="266090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APEX Developer Professional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72768" y="29535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Reports, Grids, Dynamic Actions, Security, PWA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32952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38728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387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2768" y="347472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APEX with AI Learning Path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72768" y="3767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APEX features and intelligent app development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153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32952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352544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D7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5254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72768" y="428853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University Hands-On Labs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72768" y="45811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 exercises reinforcing all learning modules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56032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Challenges Faced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query optimization techniques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8424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cursors, packages and trigger design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597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syntax and logical errors in PL/SQL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3522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responsive Oracle APEX pages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107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validations and dynamic 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complex multi-table relationships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17A65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How Overcome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600200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hands-on practice and repetition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2075688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98424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sessions and mentorship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551176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45973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University documentation &amp; guides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3026664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93522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exercises and case studies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502152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41071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collaboration and self-study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146304" cy="14630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8862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debugging and testing approach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56032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754880" cy="2926080"/>
          </a:xfrm>
          <a:prstGeom prst="roundRect">
            <a:avLst>
              <a:gd name="adj" fmla="val 3750"/>
            </a:avLst>
          </a:prstGeom>
          <a:solidFill>
            <a:srgbClr val="232952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" y="1554480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exposure to Oracle SQL, PL/SQL, OCI and APEX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38528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65376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Sales &amp; Customer Management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322576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249424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all Oracle University learning paths (100%)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706624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6334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5 assessments including Competency Evaluation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90672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175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gap between academic learning &amp; industry practice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474720"/>
            <a:ext cx="128016" cy="12801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40156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technical foundation for professional career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91440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A274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005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0" y="15544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4813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Oracle &amp; APEX certifications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93852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18653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cloud-native app deployment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232257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2494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performance tuning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70662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26334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+ REST API integrations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309067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017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 Oracle APEX applications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0" y="347472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3401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Oracle development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0690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training has been a stepping stone toward a career in enterprise software development, database management, and cloud application engineering."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743200" y="2103120"/>
            <a:ext cx="3657600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42062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Report  •  LPU Viva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934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Training Report - Oracle PL/SQL &amp; Oracle APEX</dc:title>
  <dc:subject>PptxGenJS Presentation</dc:subject>
  <dc:creator>Md Ahmad Raja</dc:creator>
  <cp:lastModifiedBy>Md Ahmad Raja</cp:lastModifiedBy>
  <cp:revision>3</cp:revision>
  <dcterms:created xsi:type="dcterms:W3CDTF">2026-06-25T10:25:04Z</dcterms:created>
  <dcterms:modified xsi:type="dcterms:W3CDTF">2026-06-27T04:54:24Z</dcterms:modified>
</cp:coreProperties>
</file>